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60" r:id="rId2"/>
    <p:sldId id="2537" r:id="rId3"/>
    <p:sldId id="2541" r:id="rId4"/>
    <p:sldId id="2538" r:id="rId5"/>
    <p:sldId id="2543" r:id="rId6"/>
    <p:sldId id="2542" r:id="rId7"/>
    <p:sldId id="2539" r:id="rId8"/>
    <p:sldId id="2544" r:id="rId9"/>
    <p:sldId id="254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7352A-B106-4F83-AA79-15E8793A78CD}" type="datetime1">
              <a:rPr lang="en-IN" smtClean="0"/>
              <a:pPr/>
              <a:t>25-10-2023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Confidential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21C67-3A0D-4DC9-84FD-21C1BF24FEF1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5276956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7352A-B106-4F83-AA79-15E8793A78CD}" type="datetime1">
              <a:rPr lang="en-IN" smtClean="0"/>
              <a:pPr/>
              <a:t>25-10-2023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Confidential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21C67-3A0D-4DC9-84FD-21C1BF24FEF1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2720021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7352A-B106-4F83-AA79-15E8793A78CD}" type="datetime1">
              <a:rPr lang="en-IN" smtClean="0"/>
              <a:pPr/>
              <a:t>25-10-2023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Confidential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21C67-3A0D-4DC9-84FD-21C1BF24FEF1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8366014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7352A-B106-4F83-AA79-15E8793A78CD}" type="datetime1">
              <a:rPr lang="en-IN" smtClean="0"/>
              <a:pPr/>
              <a:t>25-10-2023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Confidential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21C67-3A0D-4DC9-84FD-21C1BF24FEF1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5788923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7352A-B106-4F83-AA79-15E8793A78CD}" type="datetime1">
              <a:rPr lang="en-IN" smtClean="0"/>
              <a:pPr/>
              <a:t>25-10-2023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Confidential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21C67-3A0D-4DC9-84FD-21C1BF24FEF1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6693871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7352A-B106-4F83-AA79-15E8793A78CD}" type="datetime1">
              <a:rPr lang="en-IN" smtClean="0"/>
              <a:pPr/>
              <a:t>25-10-2023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Confidential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21C67-3A0D-4DC9-84FD-21C1BF24FEF1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1350312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7352A-B106-4F83-AA79-15E8793A78CD}" type="datetime1">
              <a:rPr lang="en-IN" smtClean="0"/>
              <a:pPr/>
              <a:t>25-10-2023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Confidential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21C67-3A0D-4DC9-84FD-21C1BF24FEF1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4730817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7352A-B106-4F83-AA79-15E8793A78CD}" type="datetime1">
              <a:rPr lang="en-IN" smtClean="0"/>
              <a:pPr/>
              <a:t>25-10-2023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Confidential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21C67-3A0D-4DC9-84FD-21C1BF24FEF1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625293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7352A-B106-4F83-AA79-15E8793A78CD}" type="datetime1">
              <a:rPr lang="en-IN" smtClean="0"/>
              <a:pPr/>
              <a:t>25-10-2023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Confidential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21C67-3A0D-4DC9-84FD-21C1BF24FEF1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4649677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7352A-B106-4F83-AA79-15E8793A78CD}" type="datetime1">
              <a:rPr lang="en-IN" smtClean="0"/>
              <a:pPr/>
              <a:t>25-10-2023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Confidential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21C67-3A0D-4DC9-84FD-21C1BF24FEF1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7324076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7352A-B106-4F83-AA79-15E8793A78CD}" type="datetime1">
              <a:rPr lang="en-IN" smtClean="0"/>
              <a:pPr/>
              <a:t>25-10-2023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Confidential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21C67-3A0D-4DC9-84FD-21C1BF24FEF1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5619193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1238C-8EC0-4546-BAF5-D39717CC5045}" type="datetime1">
              <a:rPr lang="en-IN" smtClean="0"/>
              <a:t>25-10-2023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Confidential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21C67-3A0D-4DC9-84FD-21C1BF24FEF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98439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45E00-7642-481B-A13B-59F9CFF75D37}" type="datetimeFigureOut">
              <a:rPr lang="en-IN" smtClean="0"/>
              <a:t>25-10-2023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Confidential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3E9A7-BD3A-40E0-BBA8-156BBBCB431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7450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47352A-B106-4F83-AA79-15E8793A78CD}" type="datetime1">
              <a:rPr lang="en-IN" smtClean="0"/>
              <a:pPr/>
              <a:t>25-10-2023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dirty="0"/>
              <a:t>Confidential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021C67-3A0D-4DC9-84FD-21C1BF24FEF1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DFA75E-6682-AED5-CEB4-7E91E48E05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/>
          <a:srcRect t="22031" b="22045"/>
          <a:stretch/>
        </p:blipFill>
        <p:spPr>
          <a:xfrm>
            <a:off x="9982200" y="95250"/>
            <a:ext cx="2067213" cy="314325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037DCBA-016E-C8A6-4FFD-673D743478FE}"/>
              </a:ext>
            </a:extLst>
          </p:cNvPr>
          <p:cNvCxnSpPr/>
          <p:nvPr userDrawn="1"/>
        </p:nvCxnSpPr>
        <p:spPr>
          <a:xfrm flipV="1">
            <a:off x="166687" y="495300"/>
            <a:ext cx="11880000" cy="3"/>
          </a:xfrm>
          <a:prstGeom prst="line">
            <a:avLst/>
          </a:prstGeom>
          <a:ln w="31750">
            <a:solidFill>
              <a:schemeClr val="accent2"/>
            </a:solidFill>
          </a:ln>
          <a:effectLst>
            <a:reflection blurRad="6350" stA="50000" endA="300" endPos="550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7893BC9-59EA-A436-823E-961E18ADF875}"/>
              </a:ext>
            </a:extLst>
          </p:cNvPr>
          <p:cNvCxnSpPr/>
          <p:nvPr userDrawn="1"/>
        </p:nvCxnSpPr>
        <p:spPr>
          <a:xfrm flipV="1">
            <a:off x="138112" y="6435722"/>
            <a:ext cx="11880000" cy="3"/>
          </a:xfrm>
          <a:prstGeom prst="line">
            <a:avLst/>
          </a:prstGeom>
          <a:ln w="31750">
            <a:solidFill>
              <a:schemeClr val="accent1">
                <a:lumMod val="50000"/>
              </a:schemeClr>
            </a:solidFill>
          </a:ln>
          <a:effectLst>
            <a:reflection blurRad="6350" stA="50000" endA="300" endPos="550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7487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0C30A7-A7CB-2C0B-C5FC-0D2C89FEB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91238C-8EC0-4546-BAF5-D39717CC5045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25-10-2023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2F4502-BF3F-C675-3C0D-DED9B3665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3874B0-8F80-F262-A3C0-8E0C3961D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021C67-3A0D-4DC9-84FD-21C1BF24FEF1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401E7B-6EDB-E7E7-E18F-DFB595133855}"/>
              </a:ext>
            </a:extLst>
          </p:cNvPr>
          <p:cNvSpPr txBox="1"/>
          <p:nvPr/>
        </p:nvSpPr>
        <p:spPr>
          <a:xfrm>
            <a:off x="2209800" y="2474893"/>
            <a:ext cx="7289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sis MT Pro Black" panose="02040A04050005020304" pitchFamily="18" charset="0"/>
                <a:ea typeface="+mn-ea"/>
                <a:cs typeface="+mn-cs"/>
              </a:rPr>
              <a:t>PDFCombiner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sis MT Pro Black" panose="02040A04050005020304" pitchFamily="18" charset="0"/>
                <a:ea typeface="+mn-ea"/>
                <a:cs typeface="+mn-cs"/>
              </a:rPr>
              <a:t>PDF </a:t>
            </a:r>
            <a:r>
              <a:rPr lang="en-US" sz="1400" dirty="0">
                <a:solidFill>
                  <a:prstClr val="black"/>
                </a:solidFill>
                <a:latin typeface="Amasis MT Pro Black" panose="02040A04050005020304" pitchFamily="18" charset="0"/>
              </a:rPr>
              <a:t>Fi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sis MT Pro Black" panose="02040A04050005020304" pitchFamily="18" charset="0"/>
                <a:ea typeface="+mn-ea"/>
                <a:cs typeface="+mn-cs"/>
              </a:rPr>
              <a:t>le Reconstruction App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7F096E-6643-970B-2419-ACABCF00F314}"/>
              </a:ext>
            </a:extLst>
          </p:cNvPr>
          <p:cNvSpPr txBox="1"/>
          <p:nvPr/>
        </p:nvSpPr>
        <p:spPr>
          <a:xfrm>
            <a:off x="9639300" y="5583237"/>
            <a:ext cx="3124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Amal TP</a:t>
            </a:r>
          </a:p>
          <a:p>
            <a:r>
              <a:rPr lang="en-US" dirty="0"/>
              <a:t>EN-4AD</a:t>
            </a:r>
          </a:p>
        </p:txBody>
      </p:sp>
    </p:spTree>
    <p:extLst>
      <p:ext uri="{BB962C8B-B14F-4D97-AF65-F5344CB8AC3E}">
        <p14:creationId xmlns:p14="http://schemas.microsoft.com/office/powerpoint/2010/main" val="2061848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3D602E-87A4-8F03-2EEA-9CB591F52F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6625" y="6356350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91238C-8EC0-4546-BAF5-D39717CC5045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25-10-2023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1E71DE-EE34-E8B7-B588-56AD1A43F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77025" y="63563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BA716F-2642-9E3F-13FB-DE159EF30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021C67-3A0D-4DC9-84FD-21C1BF24FEF1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861023-56B0-1382-142E-B278464C47BA}"/>
              </a:ext>
            </a:extLst>
          </p:cNvPr>
          <p:cNvSpPr/>
          <p:nvPr/>
        </p:nvSpPr>
        <p:spPr>
          <a:xfrm>
            <a:off x="107693" y="339878"/>
            <a:ext cx="9769731" cy="4930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asis MT Pro Medium" panose="02040604050005020304" pitchFamily="18" charset="0"/>
              <a:ea typeface="+mn-ea"/>
              <a:cs typeface="Aharoni" panose="02010803020104030203" pitchFamily="2" charset="-79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I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I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I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I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I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I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I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14FD30-C377-62EB-B1F0-3559522DD4A3}"/>
              </a:ext>
            </a:extLst>
          </p:cNvPr>
          <p:cNvSpPr txBox="1"/>
          <p:nvPr/>
        </p:nvSpPr>
        <p:spPr>
          <a:xfrm>
            <a:off x="6403392" y="2709617"/>
            <a:ext cx="479135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Open the Application PDFCombiner.exe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DB4DBEC-B6AD-D050-CF4D-60C603992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523" y="952011"/>
            <a:ext cx="5575462" cy="4090506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A91B315-2FD9-AEEE-08AD-F66941F2FE16}"/>
              </a:ext>
            </a:extLst>
          </p:cNvPr>
          <p:cNvSpPr txBox="1"/>
          <p:nvPr/>
        </p:nvSpPr>
        <p:spPr>
          <a:xfrm>
            <a:off x="443862" y="12236"/>
            <a:ext cx="6084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sis MT Pro Medium" panose="02040604050005020304" pitchFamily="18" charset="0"/>
                <a:ea typeface="+mn-ea"/>
                <a:cs typeface="Aharoni" panose="02010803020104030203" pitchFamily="2" charset="-79"/>
              </a:rPr>
              <a:t>Procedure to Use</a:t>
            </a:r>
          </a:p>
        </p:txBody>
      </p:sp>
    </p:spTree>
    <p:extLst>
      <p:ext uri="{BB962C8B-B14F-4D97-AF65-F5344CB8AC3E}">
        <p14:creationId xmlns:p14="http://schemas.microsoft.com/office/powerpoint/2010/main" val="682323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A61F7AF-ACF7-CEA6-47ED-BCE215537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232" y="1440284"/>
            <a:ext cx="3580418" cy="2626818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3D602E-87A4-8F03-2EEA-9CB591F52F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6625" y="6356350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91238C-8EC0-4546-BAF5-D39717CC5045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25-10-2023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1E71DE-EE34-E8B7-B588-56AD1A43F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77025" y="63563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BA716F-2642-9E3F-13FB-DE159EF30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021C67-3A0D-4DC9-84FD-21C1BF24FEF1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861023-56B0-1382-142E-B278464C47BA}"/>
              </a:ext>
            </a:extLst>
          </p:cNvPr>
          <p:cNvSpPr/>
          <p:nvPr/>
        </p:nvSpPr>
        <p:spPr>
          <a:xfrm>
            <a:off x="107693" y="339878"/>
            <a:ext cx="9769731" cy="4930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asis MT Pro Medium" panose="02040604050005020304" pitchFamily="18" charset="0"/>
              <a:ea typeface="+mn-ea"/>
              <a:cs typeface="Aharoni" panose="02010803020104030203" pitchFamily="2" charset="-79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I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I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I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I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I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I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I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15DEA8-C1CA-B2B3-6A84-C195044BA277}"/>
              </a:ext>
            </a:extLst>
          </p:cNvPr>
          <p:cNvSpPr txBox="1"/>
          <p:nvPr/>
        </p:nvSpPr>
        <p:spPr>
          <a:xfrm>
            <a:off x="3907716" y="4540774"/>
            <a:ext cx="2501962" cy="5847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Select the PDF files</a:t>
            </a:r>
          </a:p>
          <a:p>
            <a:r>
              <a:rPr lang="en-US" sz="1400" dirty="0"/>
              <a:t>(Min 1 to be selected)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928D05-0A15-6AFC-1805-C22087110871}"/>
              </a:ext>
            </a:extLst>
          </p:cNvPr>
          <p:cNvSpPr/>
          <p:nvPr/>
        </p:nvSpPr>
        <p:spPr>
          <a:xfrm>
            <a:off x="723900" y="2088158"/>
            <a:ext cx="634383" cy="14185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131C763-C4A2-B78B-B194-04D3245E919B}"/>
              </a:ext>
            </a:extLst>
          </p:cNvPr>
          <p:cNvCxnSpPr>
            <a:cxnSpLocks/>
          </p:cNvCxnSpPr>
          <p:nvPr/>
        </p:nvCxnSpPr>
        <p:spPr>
          <a:xfrm flipH="1" flipV="1">
            <a:off x="1427951" y="2753693"/>
            <a:ext cx="3340899" cy="178708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96B2DCD-5D83-0F74-ECA1-4A0EEAFB51E5}"/>
              </a:ext>
            </a:extLst>
          </p:cNvPr>
          <p:cNvCxnSpPr>
            <a:cxnSpLocks/>
          </p:cNvCxnSpPr>
          <p:nvPr/>
        </p:nvCxnSpPr>
        <p:spPr>
          <a:xfrm flipV="1">
            <a:off x="4848225" y="3914775"/>
            <a:ext cx="4497387" cy="62599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5CB2896-7FCE-69A4-B6A4-39AEB48E9A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3152" y="1452091"/>
            <a:ext cx="3708640" cy="2343545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1043DF0-C260-5615-D12A-5224FBDAFFC2}"/>
              </a:ext>
            </a:extLst>
          </p:cNvPr>
          <p:cNvSpPr/>
          <p:nvPr/>
        </p:nvSpPr>
        <p:spPr>
          <a:xfrm>
            <a:off x="723899" y="2088158"/>
            <a:ext cx="634383" cy="14185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09A30EB-A3F7-7A31-11C5-1907B22A5492}"/>
              </a:ext>
            </a:extLst>
          </p:cNvPr>
          <p:cNvCxnSpPr>
            <a:cxnSpLocks/>
          </p:cNvCxnSpPr>
          <p:nvPr/>
        </p:nvCxnSpPr>
        <p:spPr>
          <a:xfrm flipH="1" flipV="1">
            <a:off x="1427951" y="2753693"/>
            <a:ext cx="3340899" cy="178708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E76BD04-9855-4D2A-4F7C-11D9DF423ECB}"/>
              </a:ext>
            </a:extLst>
          </p:cNvPr>
          <p:cNvSpPr txBox="1"/>
          <p:nvPr/>
        </p:nvSpPr>
        <p:spPr>
          <a:xfrm>
            <a:off x="443862" y="12236"/>
            <a:ext cx="6084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sis MT Pro Medium" panose="02040604050005020304" pitchFamily="18" charset="0"/>
                <a:ea typeface="+mn-ea"/>
                <a:cs typeface="Aharoni" panose="02010803020104030203" pitchFamily="2" charset="-79"/>
              </a:rPr>
              <a:t>Procedure to Use</a:t>
            </a:r>
          </a:p>
        </p:txBody>
      </p:sp>
    </p:spTree>
    <p:extLst>
      <p:ext uri="{BB962C8B-B14F-4D97-AF65-F5344CB8AC3E}">
        <p14:creationId xmlns:p14="http://schemas.microsoft.com/office/powerpoint/2010/main" val="973754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23D7A9AD-7FD3-D503-4C0D-D6EA37928C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2571"/>
          <a:stretch/>
        </p:blipFill>
        <p:spPr>
          <a:xfrm>
            <a:off x="617368" y="957994"/>
            <a:ext cx="4300862" cy="28238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8D083F-FD2C-861A-755F-616A11632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1238C-8EC0-4546-BAF5-D39717CC5045}" type="datetime1">
              <a:rPr lang="en-IN" smtClean="0"/>
              <a:t>25-10-2023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D3AD00-5298-B01D-0501-61B593AFA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Confidential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1C2320-EA12-E127-6BB7-4F37874A4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21C67-3A0D-4DC9-84FD-21C1BF24FEF1}" type="slidenum">
              <a:rPr lang="en-IN" smtClean="0"/>
              <a:t>4</a:t>
            </a:fld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4674C9-57FF-267C-2738-D09023CCC9BB}"/>
              </a:ext>
            </a:extLst>
          </p:cNvPr>
          <p:cNvSpPr txBox="1"/>
          <p:nvPr/>
        </p:nvSpPr>
        <p:spPr>
          <a:xfrm>
            <a:off x="6419559" y="1321439"/>
            <a:ext cx="443864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Ensure button name changed to file name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46A6D9-BB8A-6CB0-4ADE-B5E6F3EABD6A}"/>
              </a:ext>
            </a:extLst>
          </p:cNvPr>
          <p:cNvSpPr txBox="1"/>
          <p:nvPr/>
        </p:nvSpPr>
        <p:spPr>
          <a:xfrm>
            <a:off x="1809782" y="4191956"/>
            <a:ext cx="2228818" cy="5847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Select the PDF files</a:t>
            </a:r>
          </a:p>
          <a:p>
            <a:r>
              <a:rPr lang="en-US" sz="1400" dirty="0"/>
              <a:t>(Min 1 to be selected)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1FFC21-F020-6BE3-2CE4-8DB248B765CA}"/>
              </a:ext>
            </a:extLst>
          </p:cNvPr>
          <p:cNvSpPr/>
          <p:nvPr/>
        </p:nvSpPr>
        <p:spPr>
          <a:xfrm>
            <a:off x="617367" y="1690771"/>
            <a:ext cx="882959" cy="20911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2C743E8-9A9F-6243-E9E0-D87ED5E001C1}"/>
              </a:ext>
            </a:extLst>
          </p:cNvPr>
          <p:cNvCxnSpPr>
            <a:cxnSpLocks/>
            <a:endCxn id="11" idx="3"/>
          </p:cNvCxnSpPr>
          <p:nvPr/>
        </p:nvCxnSpPr>
        <p:spPr>
          <a:xfrm flipH="1">
            <a:off x="1500326" y="1635088"/>
            <a:ext cx="4919233" cy="110124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4D2E1BD-0804-326D-B83E-E9018D2F1C0F}"/>
              </a:ext>
            </a:extLst>
          </p:cNvPr>
          <p:cNvSpPr txBox="1"/>
          <p:nvPr/>
        </p:nvSpPr>
        <p:spPr>
          <a:xfrm>
            <a:off x="443862" y="12236"/>
            <a:ext cx="6084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sis MT Pro Medium" panose="02040604050005020304" pitchFamily="18" charset="0"/>
                <a:ea typeface="+mn-ea"/>
                <a:cs typeface="Aharoni" panose="02010803020104030203" pitchFamily="2" charset="-79"/>
              </a:rPr>
              <a:t>Procedure to Use</a:t>
            </a:r>
          </a:p>
        </p:txBody>
      </p:sp>
    </p:spTree>
    <p:extLst>
      <p:ext uri="{BB962C8B-B14F-4D97-AF65-F5344CB8AC3E}">
        <p14:creationId xmlns:p14="http://schemas.microsoft.com/office/powerpoint/2010/main" val="3324264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8D083F-FD2C-861A-755F-616A11632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1238C-8EC0-4546-BAF5-D39717CC5045}" type="datetime1">
              <a:rPr lang="en-IN" smtClean="0"/>
              <a:t>25-10-2023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D3AD00-5298-B01D-0501-61B593AFA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Confidential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1C2320-EA12-E127-6BB7-4F37874A4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21C67-3A0D-4DC9-84FD-21C1BF24FEF1}" type="slidenum">
              <a:rPr lang="en-IN" smtClean="0"/>
              <a:t>5</a:t>
            </a:fld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513191-7CDE-61DB-5066-D13FE295B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319" y="695584"/>
            <a:ext cx="5452433" cy="4007371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046A6D9-BB8A-6CB0-4ADE-B5E6F3EABD6A}"/>
              </a:ext>
            </a:extLst>
          </p:cNvPr>
          <p:cNvSpPr txBox="1"/>
          <p:nvPr/>
        </p:nvSpPr>
        <p:spPr>
          <a:xfrm>
            <a:off x="7039993" y="1050313"/>
            <a:ext cx="4766568" cy="5847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Provide page index/check the all-page checkbox</a:t>
            </a:r>
          </a:p>
          <a:p>
            <a:r>
              <a:rPr lang="en-US" sz="1400" dirty="0"/>
              <a:t>(maximum 3 combination))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1FFC21-F020-6BE3-2CE4-8DB248B765CA}"/>
              </a:ext>
            </a:extLst>
          </p:cNvPr>
          <p:cNvSpPr/>
          <p:nvPr/>
        </p:nvSpPr>
        <p:spPr>
          <a:xfrm>
            <a:off x="1700442" y="1690771"/>
            <a:ext cx="4087799" cy="20911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2C743E8-9A9F-6243-E9E0-D87ED5E001C1}"/>
              </a:ext>
            </a:extLst>
          </p:cNvPr>
          <p:cNvCxnSpPr>
            <a:cxnSpLocks/>
          </p:cNvCxnSpPr>
          <p:nvPr/>
        </p:nvCxnSpPr>
        <p:spPr>
          <a:xfrm flipH="1">
            <a:off x="5788241" y="1635088"/>
            <a:ext cx="1714393" cy="276077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0FB3073-D42C-E18B-1829-4584C06DD124}"/>
              </a:ext>
            </a:extLst>
          </p:cNvPr>
          <p:cNvSpPr txBox="1"/>
          <p:nvPr/>
        </p:nvSpPr>
        <p:spPr>
          <a:xfrm>
            <a:off x="7309005" y="5807687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*Empty cells  will not consider for searching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6B469C-D2B2-910F-4D19-CF062FF31E38}"/>
              </a:ext>
            </a:extLst>
          </p:cNvPr>
          <p:cNvSpPr txBox="1"/>
          <p:nvPr/>
        </p:nvSpPr>
        <p:spPr>
          <a:xfrm>
            <a:off x="443862" y="12236"/>
            <a:ext cx="6084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sis MT Pro Medium" panose="02040604050005020304" pitchFamily="18" charset="0"/>
                <a:ea typeface="+mn-ea"/>
                <a:cs typeface="Aharoni" panose="02010803020104030203" pitchFamily="2" charset="-79"/>
              </a:rPr>
              <a:t>Procedure to Use</a:t>
            </a:r>
          </a:p>
        </p:txBody>
      </p:sp>
    </p:spTree>
    <p:extLst>
      <p:ext uri="{BB962C8B-B14F-4D97-AF65-F5344CB8AC3E}">
        <p14:creationId xmlns:p14="http://schemas.microsoft.com/office/powerpoint/2010/main" val="3616949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8D083F-FD2C-861A-755F-616A11632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1238C-8EC0-4546-BAF5-D39717CC5045}" type="datetime1">
              <a:rPr lang="en-IN" smtClean="0"/>
              <a:t>25-10-2023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D3AD00-5298-B01D-0501-61B593AFA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Confidential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1C2320-EA12-E127-6BB7-4F37874A4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21C67-3A0D-4DC9-84FD-21C1BF24FEF1}" type="slidenum">
              <a:rPr lang="en-IN" smtClean="0"/>
              <a:t>6</a:t>
            </a:fld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E260707-6310-B8EF-8AE5-E373D8723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071" y="861578"/>
            <a:ext cx="3435939" cy="2567422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F68DB71-3D8D-9184-1274-E4D3BC45B78D}"/>
              </a:ext>
            </a:extLst>
          </p:cNvPr>
          <p:cNvSpPr txBox="1"/>
          <p:nvPr/>
        </p:nvSpPr>
        <p:spPr>
          <a:xfrm>
            <a:off x="3109063" y="5131354"/>
            <a:ext cx="2501962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Select output folder &amp; provide file name</a:t>
            </a:r>
            <a:endParaRPr lang="en-US" sz="14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AD703B4-5D10-ACBA-878A-246257B91E27}"/>
              </a:ext>
            </a:extLst>
          </p:cNvPr>
          <p:cNvCxnSpPr>
            <a:cxnSpLocks/>
          </p:cNvCxnSpPr>
          <p:nvPr/>
        </p:nvCxnSpPr>
        <p:spPr>
          <a:xfrm flipV="1">
            <a:off x="4145380" y="3562815"/>
            <a:ext cx="1673687" cy="1607362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6D85692-FB62-5C35-3536-E45C697E71A8}"/>
              </a:ext>
            </a:extLst>
          </p:cNvPr>
          <p:cNvCxnSpPr>
            <a:cxnSpLocks/>
          </p:cNvCxnSpPr>
          <p:nvPr/>
        </p:nvCxnSpPr>
        <p:spPr>
          <a:xfrm flipH="1" flipV="1">
            <a:off x="2457761" y="3624566"/>
            <a:ext cx="1672267" cy="154561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82FC715D-F7DD-34E6-1F40-3B42C8780382}"/>
              </a:ext>
            </a:extLst>
          </p:cNvPr>
          <p:cNvSpPr/>
          <p:nvPr/>
        </p:nvSpPr>
        <p:spPr>
          <a:xfrm>
            <a:off x="260071" y="2865713"/>
            <a:ext cx="3435939" cy="4745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7B46727-95CD-BCA3-B516-9A93A691B0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5380" y="909536"/>
            <a:ext cx="3294108" cy="2596185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77967A5-2963-4920-E2FB-96BD36B019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4944" y="904192"/>
            <a:ext cx="3700074" cy="272037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EEAD55D-6ECF-ECB5-97F7-7A4A9184B0AE}"/>
              </a:ext>
            </a:extLst>
          </p:cNvPr>
          <p:cNvSpPr txBox="1"/>
          <p:nvPr/>
        </p:nvSpPr>
        <p:spPr>
          <a:xfrm>
            <a:off x="8483258" y="4074205"/>
            <a:ext cx="2501962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Ensure button name changed to folder name</a:t>
            </a:r>
            <a:endParaRPr lang="en-US" sz="14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69A5169-50FA-ED26-0C2B-448EAE8C183A}"/>
              </a:ext>
            </a:extLst>
          </p:cNvPr>
          <p:cNvSpPr/>
          <p:nvPr/>
        </p:nvSpPr>
        <p:spPr>
          <a:xfrm>
            <a:off x="7932195" y="3073108"/>
            <a:ext cx="847822" cy="4745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7288B73-CA98-CBD7-964B-885ED4117CBE}"/>
              </a:ext>
            </a:extLst>
          </p:cNvPr>
          <p:cNvCxnSpPr>
            <a:cxnSpLocks/>
            <a:stCxn id="26" idx="0"/>
          </p:cNvCxnSpPr>
          <p:nvPr/>
        </p:nvCxnSpPr>
        <p:spPr>
          <a:xfrm flipH="1" flipV="1">
            <a:off x="8338962" y="3573252"/>
            <a:ext cx="1395277" cy="50095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41431A6-610F-01A5-701C-E2C0E405C5D4}"/>
              </a:ext>
            </a:extLst>
          </p:cNvPr>
          <p:cNvCxnSpPr>
            <a:cxnSpLocks/>
          </p:cNvCxnSpPr>
          <p:nvPr/>
        </p:nvCxnSpPr>
        <p:spPr>
          <a:xfrm flipV="1">
            <a:off x="4177005" y="3624566"/>
            <a:ext cx="4859595" cy="150678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EEA1818-6BE5-5076-BD40-6892D33E0555}"/>
              </a:ext>
            </a:extLst>
          </p:cNvPr>
          <p:cNvSpPr txBox="1"/>
          <p:nvPr/>
        </p:nvSpPr>
        <p:spPr>
          <a:xfrm>
            <a:off x="443862" y="12236"/>
            <a:ext cx="6084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sis MT Pro Medium" panose="02040604050005020304" pitchFamily="18" charset="0"/>
                <a:ea typeface="+mn-ea"/>
                <a:cs typeface="Aharoni" panose="02010803020104030203" pitchFamily="2" charset="-79"/>
              </a:rPr>
              <a:t>Procedure to Use</a:t>
            </a:r>
          </a:p>
        </p:txBody>
      </p:sp>
    </p:spTree>
    <p:extLst>
      <p:ext uri="{BB962C8B-B14F-4D97-AF65-F5344CB8AC3E}">
        <p14:creationId xmlns:p14="http://schemas.microsoft.com/office/powerpoint/2010/main" val="1964367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610786-6B82-1A15-7A65-02FC92BBC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1238C-8EC0-4546-BAF5-D39717CC5045}" type="datetime1">
              <a:rPr lang="en-IN" smtClean="0"/>
              <a:t>25-10-2023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DD9CD2-4C27-14DA-1F54-E8BE940D5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Confidential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0205A-18AC-914A-9B9F-44212BF7B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21C67-3A0D-4DC9-84FD-21C1BF24FEF1}" type="slidenum">
              <a:rPr lang="en-IN" smtClean="0"/>
              <a:t>7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ABC8DE-78BD-CCC9-FC3B-C080F02F5F75}"/>
              </a:ext>
            </a:extLst>
          </p:cNvPr>
          <p:cNvSpPr txBox="1"/>
          <p:nvPr/>
        </p:nvSpPr>
        <p:spPr>
          <a:xfrm>
            <a:off x="443862" y="12236"/>
            <a:ext cx="6084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sis MT Pro Medium" panose="02040604050005020304" pitchFamily="18" charset="0"/>
                <a:ea typeface="+mn-ea"/>
                <a:cs typeface="Aharoni" panose="02010803020104030203" pitchFamily="2" charset="-79"/>
              </a:rPr>
              <a:t>Procedure to Use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9B3F68-8544-4264-0E10-9BEDC43E0A5F}"/>
              </a:ext>
            </a:extLst>
          </p:cNvPr>
          <p:cNvSpPr txBox="1"/>
          <p:nvPr/>
        </p:nvSpPr>
        <p:spPr>
          <a:xfrm>
            <a:off x="7052221" y="3682622"/>
            <a:ext cx="3693854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Click Start Combining  and resultant pdf will be saved in given location with given name.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2F4732-15B9-8D28-272A-E118255AEAB5}"/>
              </a:ext>
            </a:extLst>
          </p:cNvPr>
          <p:cNvSpPr txBox="1"/>
          <p:nvPr/>
        </p:nvSpPr>
        <p:spPr>
          <a:xfrm>
            <a:off x="5517547" y="6128086"/>
            <a:ext cx="85629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*This is the draft of the final application so may have bugs. Please highlight if you find any.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2DFF5FE-F9D1-2B48-D643-89060DF76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20" y="648807"/>
            <a:ext cx="4538833" cy="338165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A09B6C8-307A-F0D5-8844-DE210DCD57FF}"/>
              </a:ext>
            </a:extLst>
          </p:cNvPr>
          <p:cNvSpPr/>
          <p:nvPr/>
        </p:nvSpPr>
        <p:spPr>
          <a:xfrm>
            <a:off x="3236280" y="3488207"/>
            <a:ext cx="865204" cy="4297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5418B99-DAD0-0D7B-A499-9CA9429C5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1966" y="751981"/>
            <a:ext cx="1646473" cy="1225131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18BA70F-C843-D144-9FDA-1A335948409E}"/>
              </a:ext>
            </a:extLst>
          </p:cNvPr>
          <p:cNvCxnSpPr>
            <a:cxnSpLocks/>
          </p:cNvCxnSpPr>
          <p:nvPr/>
        </p:nvCxnSpPr>
        <p:spPr>
          <a:xfrm flipV="1">
            <a:off x="7838983" y="2562185"/>
            <a:ext cx="1960051" cy="1120437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8B39C42-2EFD-34D8-0761-1BE49AFDC19A}"/>
              </a:ext>
            </a:extLst>
          </p:cNvPr>
          <p:cNvCxnSpPr>
            <a:cxnSpLocks/>
            <a:endCxn id="10" idx="3"/>
          </p:cNvCxnSpPr>
          <p:nvPr/>
        </p:nvCxnSpPr>
        <p:spPr>
          <a:xfrm flipH="1" flipV="1">
            <a:off x="4687953" y="2339635"/>
            <a:ext cx="3151030" cy="1342987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F93EB038-6D71-D9B3-7AA1-244DC26B3E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770" y="771235"/>
            <a:ext cx="3720032" cy="179095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DD48C0E-D12C-9D39-2A01-D02F058822D7}"/>
              </a:ext>
            </a:extLst>
          </p:cNvPr>
          <p:cNvCxnSpPr>
            <a:cxnSpLocks/>
          </p:cNvCxnSpPr>
          <p:nvPr/>
        </p:nvCxnSpPr>
        <p:spPr>
          <a:xfrm flipH="1" flipV="1">
            <a:off x="6263468" y="2144773"/>
            <a:ext cx="1511645" cy="153784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6F1570BB-0548-6F79-256A-408DAE6D90D1}"/>
              </a:ext>
            </a:extLst>
          </p:cNvPr>
          <p:cNvSpPr/>
          <p:nvPr/>
        </p:nvSpPr>
        <p:spPr>
          <a:xfrm>
            <a:off x="9770046" y="1509842"/>
            <a:ext cx="590195" cy="4297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864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610786-6B82-1A15-7A65-02FC92BBC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1238C-8EC0-4546-BAF5-D39717CC5045}" type="datetime1">
              <a:rPr lang="en-IN" smtClean="0"/>
              <a:t>25-10-2023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DD9CD2-4C27-14DA-1F54-E8BE940D5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Confidential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0205A-18AC-914A-9B9F-44212BF7B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21C67-3A0D-4DC9-84FD-21C1BF24FEF1}" type="slidenum">
              <a:rPr lang="en-IN" smtClean="0"/>
              <a:t>8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ABC8DE-78BD-CCC9-FC3B-C080F02F5F75}"/>
              </a:ext>
            </a:extLst>
          </p:cNvPr>
          <p:cNvSpPr txBox="1"/>
          <p:nvPr/>
        </p:nvSpPr>
        <p:spPr>
          <a:xfrm>
            <a:off x="443862" y="52097"/>
            <a:ext cx="6084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sis MT Pro Medium" panose="02040604050005020304" pitchFamily="18" charset="0"/>
                <a:ea typeface="+mn-ea"/>
                <a:cs typeface="Aharoni" panose="02010803020104030203" pitchFamily="2" charset="-79"/>
              </a:rPr>
              <a:t>Error Messages &amp; Reason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22E6C0-609B-BE70-678A-2D7DCD4D7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192" y="608368"/>
            <a:ext cx="1877817" cy="124287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5B2E2F5-8970-4E14-9353-F9B11417C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192" y="2602221"/>
            <a:ext cx="1877817" cy="113542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E592CEC-CD45-DAC0-ED32-CABAFCABCB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475" y="4583099"/>
            <a:ext cx="1877534" cy="141325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9DB4913-ED67-058E-449F-27D49E4F286B}"/>
              </a:ext>
            </a:extLst>
          </p:cNvPr>
          <p:cNvSpPr txBox="1"/>
          <p:nvPr/>
        </p:nvSpPr>
        <p:spPr>
          <a:xfrm>
            <a:off x="2800166" y="702043"/>
            <a:ext cx="2424620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Output file details are not provided</a:t>
            </a:r>
            <a:endParaRPr lang="en-US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AA95FF-3E7D-F070-DA89-6207348E4BD9}"/>
              </a:ext>
            </a:extLst>
          </p:cNvPr>
          <p:cNvSpPr txBox="1"/>
          <p:nvPr/>
        </p:nvSpPr>
        <p:spPr>
          <a:xfrm>
            <a:off x="2800166" y="2689600"/>
            <a:ext cx="2424620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Some index value combinations are missing</a:t>
            </a:r>
            <a:endParaRPr lang="en-US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DD0923-AA5A-4644-206D-AEDC5494E9F5}"/>
              </a:ext>
            </a:extLst>
          </p:cNvPr>
          <p:cNvSpPr txBox="1"/>
          <p:nvPr/>
        </p:nvSpPr>
        <p:spPr>
          <a:xfrm>
            <a:off x="2800166" y="4696918"/>
            <a:ext cx="2424620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Not even single combination is provided for selected file</a:t>
            </a:r>
            <a:endParaRPr lang="en-US" sz="14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1914A13-1946-A830-7B62-34405EBD99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9288" y="2565335"/>
            <a:ext cx="2424618" cy="113542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7A0F218-D79E-FA5F-F90C-653F75166E85}"/>
              </a:ext>
            </a:extLst>
          </p:cNvPr>
          <p:cNvSpPr txBox="1"/>
          <p:nvPr/>
        </p:nvSpPr>
        <p:spPr>
          <a:xfrm>
            <a:off x="9211324" y="2703834"/>
            <a:ext cx="2424619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Starting index greater than ending index</a:t>
            </a:r>
            <a:endParaRPr lang="en-US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AE8D25-4038-2EB9-1B2A-E764C64C49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8738" y="726938"/>
            <a:ext cx="2424620" cy="124287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F66D809-A6C0-3913-4BBB-B98D5BABBB16}"/>
              </a:ext>
            </a:extLst>
          </p:cNvPr>
          <p:cNvSpPr txBox="1"/>
          <p:nvPr/>
        </p:nvSpPr>
        <p:spPr>
          <a:xfrm>
            <a:off x="9211324" y="726938"/>
            <a:ext cx="2743200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Index values are greater than size of input PDF file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445250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610786-6B82-1A15-7A65-02FC92BBC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1238C-8EC0-4546-BAF5-D39717CC5045}" type="datetime1">
              <a:rPr lang="en-IN" smtClean="0"/>
              <a:t>25-10-2023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DD9CD2-4C27-14DA-1F54-E8BE940D5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Confidential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0205A-18AC-914A-9B9F-44212BF7B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21C67-3A0D-4DC9-84FD-21C1BF24FEF1}" type="slidenum">
              <a:rPr lang="en-IN" smtClean="0"/>
              <a:t>9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ABC8DE-78BD-CCC9-FC3B-C080F02F5F75}"/>
              </a:ext>
            </a:extLst>
          </p:cNvPr>
          <p:cNvSpPr txBox="1"/>
          <p:nvPr/>
        </p:nvSpPr>
        <p:spPr>
          <a:xfrm>
            <a:off x="443862" y="52097"/>
            <a:ext cx="6084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sis MT Pro Medium" panose="02040604050005020304" pitchFamily="18" charset="0"/>
                <a:ea typeface="+mn-ea"/>
                <a:cs typeface="Aharoni" panose="02010803020104030203" pitchFamily="2" charset="-79"/>
              </a:rPr>
              <a:t>Capabilities &amp; Use Cases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3CEE8C-A515-1C94-EA67-C4AC8D720BE2}"/>
              </a:ext>
            </a:extLst>
          </p:cNvPr>
          <p:cNvSpPr txBox="1"/>
          <p:nvPr/>
        </p:nvSpPr>
        <p:spPr>
          <a:xfrm>
            <a:off x="284085" y="985421"/>
            <a:ext cx="60845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For combining multiple PDFs.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For cutting pages from PDF.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Cut blocks of pages from multiple PDFs &amp; make single PDF.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AEE4A6-7393-59A9-EF06-51B7DCE7C43B}"/>
              </a:ext>
            </a:extLst>
          </p:cNvPr>
          <p:cNvSpPr txBox="1"/>
          <p:nvPr/>
        </p:nvSpPr>
        <p:spPr>
          <a:xfrm>
            <a:off x="284085" y="2202580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sis MT Pro Medium" panose="02040604050005020304" pitchFamily="18" charset="0"/>
                <a:ea typeface="+mn-ea"/>
                <a:cs typeface="Aharoni" panose="02010803020104030203" pitchFamily="2" charset="-79"/>
              </a:rPr>
              <a:t>Use Cases</a:t>
            </a:r>
            <a:endParaRPr lang="en-IN" u="sn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AF0B9D-E2A2-DD08-A8BE-FC51F0E9A61D}"/>
              </a:ext>
            </a:extLst>
          </p:cNvPr>
          <p:cNvSpPr txBox="1"/>
          <p:nvPr/>
        </p:nvSpPr>
        <p:spPr>
          <a:xfrm>
            <a:off x="274142" y="606095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sis MT Pro Medium" panose="02040604050005020304" pitchFamily="18" charset="0"/>
                <a:ea typeface="+mn-ea"/>
                <a:cs typeface="Aharoni" panose="02010803020104030203" pitchFamily="2" charset="-79"/>
              </a:rPr>
              <a:t>Capabilities</a:t>
            </a:r>
            <a:endParaRPr lang="en-IN" u="sn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8E6A47-5369-42A7-333F-72E52A101694}"/>
              </a:ext>
            </a:extLst>
          </p:cNvPr>
          <p:cNvSpPr txBox="1"/>
          <p:nvPr/>
        </p:nvSpPr>
        <p:spPr>
          <a:xfrm>
            <a:off x="284085" y="2681370"/>
            <a:ext cx="60845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Can be used to combine PDF for E-doc KM documents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For combining ADAS specific parts of Owners manual of multiple vehicles etc.</a:t>
            </a:r>
          </a:p>
        </p:txBody>
      </p:sp>
    </p:spTree>
    <p:extLst>
      <p:ext uri="{BB962C8B-B14F-4D97-AF65-F5344CB8AC3E}">
        <p14:creationId xmlns:p14="http://schemas.microsoft.com/office/powerpoint/2010/main" val="172684947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254</Words>
  <Application>Microsoft Office PowerPoint</Application>
  <PresentationFormat>Widescreen</PresentationFormat>
  <Paragraphs>76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Amasis MT Pro Black</vt:lpstr>
      <vt:lpstr>Amasis MT Pro Medium</vt:lpstr>
      <vt:lpstr>Arial</vt:lpstr>
      <vt:lpstr>Calibri</vt:lpstr>
      <vt:lpstr>Calibri Light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G/Tp Amal, DM(EN-85E)</dc:creator>
  <cp:lastModifiedBy>G/Tp Amal, DM(EN-4AD)</cp:lastModifiedBy>
  <cp:revision>8</cp:revision>
  <dcterms:created xsi:type="dcterms:W3CDTF">2023-08-02T04:56:14Z</dcterms:created>
  <dcterms:modified xsi:type="dcterms:W3CDTF">2023-10-25T09:42:45Z</dcterms:modified>
</cp:coreProperties>
</file>